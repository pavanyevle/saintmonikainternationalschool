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40AF">
              <a:alpha val="50000"/>
            </a:srgbClr>
          </a:solidFill>
          <a:ln w="12700">
            <a:solidFill>
              <a:srgbClr val="1E40A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Web-Based Solution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Educational Institutions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" y="4114800"/>
            <a:ext cx="8924544" cy="868680"/>
          </a:xfrm>
          <a:prstGeom prst="rect">
            <a:avLst/>
          </a:prstGeom>
          <a:solidFill>
            <a:srgbClr val="1E40AF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Yevle</a:t>
            </a:r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Diploma in Computer Engineering   |   2024–2025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records, manual attendance, physical fee ledgers — time-consuming, error-prone, and hard to maintain.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portal replacing all manual processes with a secure, digital, role-based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Outcome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redundancy, minimal errors, faster operations, and real-time access to information for all stakeholders.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for Saint Monika International School, Pune  |  Academic Year 2024–25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profiles, ID generation, class allocation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42316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4231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986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records, subject assignment, credentials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61188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6118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850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873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panel, reports, announcements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23444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23444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07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17099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structure, payments, receipts, dues tracking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41148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231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96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Attendance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8986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entry, grade calculation, report cards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06240" cy="4114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Layout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+ Bootstrap — Styling &amp; Responsive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 — Interactivity &amp;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474720"/>
            <a:ext cx="4206240" cy="4114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0233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Node.js — Server-side 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5262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50292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34440"/>
            <a:ext cx="4206240" cy="4114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234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6459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7830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Data Storage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— DB Administration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with Foreign Keys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9160" y="388620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40233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— Local Dev Server (Apache)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5262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Version Control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50292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983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UI Component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344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66420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name, class, dob, contact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23444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344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64408" y="166420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teacher_id, name, subject, qualification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344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2344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166420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att_id, student_id, date, status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9260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" y="33558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marks_id, student_id, subject, exam_type, 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92608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26080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260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64408" y="33558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fee_id, student_id, amount, date,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4320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292608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0488" y="33558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username, password_hash, role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566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37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3566160" cy="4572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3566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3566160" cy="4572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3566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8620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319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" y="4434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10 Test Cases: PASS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1188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9120" y="169164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1764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23760" y="1719072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719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sec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233172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2404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Time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23760" y="2359152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3591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 sec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297180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0" y="30449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 Time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223760" y="2999232"/>
            <a:ext cx="1371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999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0.8 sec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0" y="36118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0" y="3685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223760" y="3639312"/>
            <a:ext cx="13716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3639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4297680"/>
            <a:ext cx="4389120" cy="5486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4297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Chrome  |  Firefox  |  Edge  |  Safari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44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7772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344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Online Exams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Node.js + WebSocket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331720"/>
            <a:ext cx="7772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44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Analytics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scikit-learn / TensorFlow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331720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3317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081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Google Cloud / Azure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69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081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SMS / Email Alerts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SendGrid API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4069080"/>
            <a:ext cx="7772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069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0" y="3081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Parent Portal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Integration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4069080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069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functional, secure, role-based web application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Replaced manual paper-based processes with digital automation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10 test cases passed with excellent performance metrics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with industry-standard full-stack technologies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Ready for deployment with clear future enhancement roadmap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286000" y="4160520"/>
            <a:ext cx="45720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4160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</dc:title>
  <dc:subject>PptxGenJS Presentation</dc:subject>
  <dc:creator>Pavan Yevle</dc:creator>
  <cp:lastModifiedBy>Pavan Yevle</cp:lastModifiedBy>
  <cp:revision>1</cp:revision>
  <dcterms:created xsi:type="dcterms:W3CDTF">2026-03-27T17:08:53Z</dcterms:created>
  <dcterms:modified xsi:type="dcterms:W3CDTF">2026-03-27T17:08:53Z</dcterms:modified>
</cp:coreProperties>
</file>
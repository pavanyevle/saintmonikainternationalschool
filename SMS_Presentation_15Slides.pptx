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2816352" cy="5143500"/>
          </a:xfrm>
          <a:prstGeom prst="rect">
            <a:avLst/>
          </a:prstGeom>
          <a:solidFill>
            <a:srgbClr val="1E40AF">
              <a:alpha val="35000"/>
            </a:srgbClr>
          </a:solidFill>
          <a:ln w="12700">
            <a:solidFill>
              <a:srgbClr val="1E40A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0"/>
            <a:ext cx="1719072" cy="514350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713232"/>
            <a:ext cx="4572000" cy="36576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914400"/>
            <a:ext cx="5852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20040" y="2907792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Web-Based Application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Modern Educational Institutions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" y="3886200"/>
            <a:ext cx="8924544" cy="1078992"/>
          </a:xfrm>
          <a:prstGeom prst="rect">
            <a:avLst/>
          </a:prstGeom>
          <a:solidFill>
            <a:srgbClr val="1E40AF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9319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Yevle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42519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in Computer Engineering  |  </a:t>
            </a:r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</a:t>
            </a:r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Slides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" y="1234440"/>
            <a:ext cx="438912" cy="402336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3444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2801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1709928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709928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" y="1709928"/>
            <a:ext cx="438912" cy="402336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170992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17556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185416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185416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" y="2185416"/>
            <a:ext cx="438912" cy="402336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218541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22311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User Roles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2660904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60904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" y="2660904"/>
            <a:ext cx="438912" cy="40233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266090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27066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3136392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136392"/>
            <a:ext cx="54864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" y="3136392"/>
            <a:ext cx="438912" cy="402336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3136392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1821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Module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611880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611880"/>
            <a:ext cx="54864" cy="40233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" y="3611880"/>
            <a:ext cx="438912" cy="402336"/>
          </a:xfrm>
          <a:prstGeom prst="rect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>
                <a:alpha val="1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" y="361188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6576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Module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74320" y="4087368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087368"/>
            <a:ext cx="54864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" y="4087368"/>
            <a:ext cx="438912" cy="402336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1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408736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2960" y="41330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 Module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74320" y="4562856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562856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29184" y="4562856"/>
            <a:ext cx="438912" cy="402336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" y="456285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22960" y="460857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Academic Module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54880" y="1234440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1234440"/>
            <a:ext cx="54864" cy="402336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9744" y="1234440"/>
            <a:ext cx="438912" cy="402336"/>
          </a:xfrm>
          <a:prstGeom prst="rect">
            <a:avLst/>
          </a:prstGeom>
          <a:solidFill>
            <a:srgbClr val="1A2B5F">
              <a:alpha val="15000"/>
            </a:srgbClr>
          </a:solidFill>
          <a:ln w="12700">
            <a:solidFill>
              <a:srgbClr val="1A2B5F">
                <a:alpha val="1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9744" y="123444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128016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754880" y="1709928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1709928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9744" y="1709928"/>
            <a:ext cx="438912" cy="402336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9744" y="170992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03520" y="17556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754880" y="2185416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754880" y="2185416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9744" y="2185416"/>
            <a:ext cx="438912" cy="402336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9744" y="2185416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303520" y="223113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Directory Structure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4754880" y="2660904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754880" y="2660904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09744" y="2660904"/>
            <a:ext cx="438912" cy="402336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09744" y="2660904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303520" y="27066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Setup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4754880" y="3136392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54880" y="313639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9744" y="3136392"/>
            <a:ext cx="438912" cy="402336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1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09744" y="3136392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303520" y="318211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4754880" y="3611880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754880" y="3611880"/>
            <a:ext cx="54864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09744" y="3611880"/>
            <a:ext cx="438912" cy="402336"/>
          </a:xfrm>
          <a:prstGeom prst="rect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09744" y="3611880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5303520" y="365760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4754880" y="4087368"/>
            <a:ext cx="42062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754880" y="4087368"/>
            <a:ext cx="54864" cy="402336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09744" y="4087368"/>
            <a:ext cx="438912" cy="402336"/>
          </a:xfrm>
          <a:prstGeom prst="rect">
            <a:avLst/>
          </a:prstGeom>
          <a:solidFill>
            <a:srgbClr val="1A2B5F">
              <a:alpha val="15000"/>
            </a:srgbClr>
          </a:solidFill>
          <a:ln w="12700">
            <a:solidFill>
              <a:srgbClr val="1A2B5F">
                <a:alpha val="1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09744" y="4087368"/>
            <a:ext cx="438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303520" y="413308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THE PROBLEM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182880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830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registers are error-prone and slow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27685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311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attendance sheets — risk of proxy marking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" y="272491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79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fee receipts — no transparency or audit trail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1729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272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teacher &amp; student records across departments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753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access to academic data for students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40690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23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administrative workload and manual effort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12344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234440"/>
            <a:ext cx="41148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SOLUTION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92040" y="18288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17830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web portal — single access point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92040" y="227685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223113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attendance with real-time tracking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892040" y="272491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267919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 with payment history &amp; receipts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3172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12724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student &amp; teacher profile database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892040" y="362102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57530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Admin, Teacher, Student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892040" y="40690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40233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PHP, MySQL — reliable and scalable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234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Records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1892808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physical registers with a structured digital database for all student, teacher, and fee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23444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34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404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892808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role-based authentication so each user only accesses relevant modules and data.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2344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Processes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36208" y="1892808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attendance marking, grade calculation, fee tracking, and report generation.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Insights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" y="3630168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administrators and teachers with live dashboards and analytics for quick decisions.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9718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4048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310128" y="3630168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application works seamlessly on desktops, tablets, and mobile browsers.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2971800"/>
            <a:ext cx="2743200" cy="157276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9718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766560" y="3108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System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36208" y="3630168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modular architecture that can be extended with new features as the institution grows.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USER ROLES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(Any Device)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1627632"/>
            <a:ext cx="457200" cy="7315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1280160"/>
            <a:ext cx="2011680" cy="822960"/>
          </a:xfrm>
          <a:prstGeom prst="rect">
            <a:avLst/>
          </a:prstGeom>
          <a:solidFill>
            <a:srgbClr val="1A2B5F">
              <a:alpha val="90000"/>
            </a:srgbClr>
          </a:solidFill>
          <a:ln w="25400">
            <a:solidFill>
              <a:srgbClr val="1A2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Web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(Apache/XAMPP)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627632"/>
            <a:ext cx="457200" cy="7315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280160"/>
            <a:ext cx="2011680" cy="822960"/>
          </a:xfrm>
          <a:prstGeom prst="rect">
            <a:avLst/>
          </a:prstGeom>
          <a:solidFill>
            <a:srgbClr val="8B5CF6">
              <a:alpha val="90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12801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PHP Backend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Logic)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103120"/>
            <a:ext cx="73152" cy="41148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514600"/>
            <a:ext cx="2011680" cy="822960"/>
          </a:xfrm>
          <a:prstGeom prst="rect">
            <a:avLst/>
          </a:prstGeom>
          <a:solidFill>
            <a:srgbClr val="0D9488">
              <a:alpha val="9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5146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MySQL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Storage)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627632"/>
            <a:ext cx="457200" cy="7315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0" y="1280160"/>
            <a:ext cx="123444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28016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74720"/>
            <a:ext cx="27432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Administrator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858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133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records &amp; users  •  Configure system settings  •  Generate reports  •  Publish announcements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474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474720"/>
            <a:ext cx="27432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Teacher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858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Module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4133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daily attendance  •  Enter exam marks  •  Manage class data  •  View student profiles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347472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3474720"/>
            <a:ext cx="27432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474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Student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8587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(Own Data)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41330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attendance summary  •  Check exam results  •  View fee status  •  Read school notices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Student Record and Profile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595360" cy="685800"/>
          </a:xfrm>
          <a:prstGeom prst="rect">
            <a:avLst/>
          </a:prstGeom>
          <a:solidFill>
            <a:srgbClr val="1A2B5F">
              <a:alpha val="95000"/>
            </a:srgbClr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36192"/>
            <a:ext cx="83210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Module serves as the core data repository for all student-related information. It enables the administrator to register new students, maintain comprehensive profiles, update academic details, and archive records — ensuring all data is organized, searchable, and accessible at any time.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889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07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registration with complete profile creation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18688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36499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826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Student ID generation for each student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94176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75818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division-wise allocation and management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69664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3159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33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and guardian contact information storage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743200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889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807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year-wise student history maintenance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21868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218688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36499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2826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functionality for quick lookup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694176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694176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75818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 update and deactivation support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169664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169664"/>
            <a:ext cx="54864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431596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4233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student data reports in printable format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Teacher Record and Subject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595360" cy="685800"/>
          </a:xfrm>
          <a:prstGeom prst="rect">
            <a:avLst/>
          </a:prstGeom>
          <a:solidFill>
            <a:srgbClr val="10B981">
              <a:alpha val="9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36192"/>
            <a:ext cx="83210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Module provides a structured platform for managing all teacher-related data. It allows profile creation, subject/class assignments, workload tracking, and credential management — centralizing fragmented staff records into one accessible digital system.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43200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8895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07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profile creation and management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18688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3649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2826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Employee / Teacher ID assignment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941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840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75818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and class-wise teacher assignment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69664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169664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315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33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login credential management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43200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743200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2889504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807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tracking and schedule overview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218688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218688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364992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2826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update, suspension, and archiving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694176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3694176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38404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758184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and designation-wise categorization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169664"/>
            <a:ext cx="411480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169664"/>
            <a:ext cx="54864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3168" y="4315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423367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functionality for teacher records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Administrative Dashboard and Control Panel — The Command Center of the System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0020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dashboard with real-time statistics and summaries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60020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student, teacher, and parent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313432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1343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386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 creation, modification, and access revocation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2313432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313432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865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12080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system-wide security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4320" y="3026664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2666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" y="3118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 and circular publication for all stakeholders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63440" y="3026664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02666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0998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12080" y="311810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and school event calendar management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3739896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739896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📁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22960" y="38313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report generation and export functionality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3739896"/>
            <a:ext cx="41148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739896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813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212080" y="383133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configuration and class-section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Financial Records and Fee Collection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595360" cy="685800"/>
          </a:xfrm>
          <a:prstGeom prst="rect">
            <a:avLst/>
          </a:prstGeom>
          <a:solidFill>
            <a:srgbClr val="EF4444">
              <a:alpha val="9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536192"/>
            <a:ext cx="83210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financial transactions within the school. Enables administrators to define fee structures, record payments, generate receipts, and track outstanding dues — eliminating manual ledger errors and bringing complete transparency to school finances.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2743200" cy="594360"/>
          </a:xfrm>
          <a:prstGeom prst="rect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Categories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Tuition, Transport, Lab, Misc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2743200" cy="594360"/>
          </a:xfrm>
          <a:prstGeom prst="rect">
            <a:avLst/>
          </a:prstGeom>
          <a:solidFill>
            <a:srgbClr val="F97316">
              <a:alpha val="9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3500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on payment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331720"/>
            <a:ext cx="2743200" cy="594360"/>
          </a:xfrm>
          <a:prstGeom prst="rect">
            <a:avLst/>
          </a:prstGeom>
          <a:solidFill>
            <a:srgbClr val="10B981">
              <a:alpha val="9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350008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Annual Reports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3044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5387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structure definition — multiple categories supported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8770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130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Student-wise fee payment recording and receipt generation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21538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513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dues tracking and reminder generation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553712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97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payment history view for students and parents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538728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474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annual fee collection reports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87705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8130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 and scholarship management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4215384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1513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and print-ready financial reports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ACADEMIC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Attendance Tracking and Examination Result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4114800" cy="3218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36192"/>
            <a:ext cx="41148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Attendance Tracking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21305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756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and subject-wise daily attendance marking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6060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51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Student-wise attendance summary &amp; % calculation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30815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266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absent notification log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55701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021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attendance lookup for any previous date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11480" y="4032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77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Absent / Leave toggle buttons for teachers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1536192"/>
            <a:ext cx="4114800" cy="3218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536192"/>
            <a:ext cx="411480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Results Management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2130552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0756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schedule management and configuration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26060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55117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marks entry for multiple exam types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08152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02666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grade and percentage calculation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46320" y="355701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5021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card generation with full-year summary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46320" y="4032504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977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across examination terms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201168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" y="16733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1752" y="2039112"/>
            <a:ext cx="640080" cy="201168"/>
          </a:xfrm>
          <a:prstGeom prst="rect">
            <a:avLst/>
          </a:prstGeom>
          <a:solidFill>
            <a:srgbClr val="E34F26">
              <a:alpha val="40000"/>
            </a:srgbClr>
          </a:solidFill>
          <a:ln w="12700">
            <a:solidFill>
              <a:srgbClr val="E34F2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" y="2039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01752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layout of all web pages and user interfaces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123444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1234440"/>
            <a:ext cx="2011680" cy="64008"/>
          </a:xfrm>
          <a:prstGeom prst="rect">
            <a:avLst/>
          </a:prstGeom>
          <a:solidFill>
            <a:srgbClr val="264DE4"/>
          </a:solidFill>
          <a:ln w="12700">
            <a:solidFill>
              <a:srgbClr val="264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96312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4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96312" y="16733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+ Bootstrap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496312" y="2039112"/>
            <a:ext cx="640080" cy="201168"/>
          </a:xfrm>
          <a:prstGeom prst="rect">
            <a:avLst/>
          </a:prstGeom>
          <a:solidFill>
            <a:srgbClr val="264DE4">
              <a:alpha val="40000"/>
            </a:srgbClr>
          </a:solidFill>
          <a:ln w="12700">
            <a:solidFill>
              <a:srgbClr val="264DE4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2039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496312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styling, visual design using Flexbox and Grid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123444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234440"/>
            <a:ext cx="201168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90872" y="16733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90872" y="2039112"/>
            <a:ext cx="640080" cy="201168"/>
          </a:xfrm>
          <a:prstGeom prst="rect">
            <a:avLst/>
          </a:prstGeom>
          <a:solidFill>
            <a:srgbClr val="F7DF1E">
              <a:alpha val="40000"/>
            </a:srgbClr>
          </a:solidFill>
          <a:ln w="12700">
            <a:solidFill>
              <a:srgbClr val="F7DF1E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039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90872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interactivity, form validation, dynamic content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12280" y="123444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12280" y="1234440"/>
            <a:ext cx="2011680" cy="64008"/>
          </a:xfrm>
          <a:prstGeom prst="rect">
            <a:avLst/>
          </a:prstGeom>
          <a:solidFill>
            <a:srgbClr val="8892BF"/>
          </a:solidFill>
          <a:ln w="12700">
            <a:solidFill>
              <a:srgbClr val="8892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85432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85432" y="167335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/ Node.js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85432" y="2039112"/>
            <a:ext cx="640080" cy="201168"/>
          </a:xfrm>
          <a:prstGeom prst="rect">
            <a:avLst/>
          </a:prstGeom>
          <a:solidFill>
            <a:srgbClr val="8892BF">
              <a:alpha val="40000"/>
            </a:srgbClr>
          </a:solidFill>
          <a:ln w="12700">
            <a:solidFill>
              <a:srgbClr val="8892B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85432" y="20391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85432" y="226771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logic, request handling, data processing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29260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2926080"/>
            <a:ext cx="2011680" cy="64008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1752" y="336499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1752" y="3730752"/>
            <a:ext cx="640080" cy="201168"/>
          </a:xfrm>
          <a:prstGeom prst="rect">
            <a:avLst/>
          </a:prstGeom>
          <a:solidFill>
            <a:srgbClr val="4479A1">
              <a:alpha val="40000"/>
            </a:srgbClr>
          </a:solidFill>
          <a:ln w="12700">
            <a:solidFill>
              <a:srgbClr val="4479A1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3730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01752" y="39593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for structured storage of all system records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423160" y="29260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423160" y="292608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96312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496312" y="336499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XAMPP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496312" y="3730752"/>
            <a:ext cx="640080" cy="201168"/>
          </a:xfrm>
          <a:prstGeom prst="rect">
            <a:avLst/>
          </a:prstGeom>
          <a:solidFill>
            <a:srgbClr val="F97316">
              <a:alpha val="4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96312" y="3730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496312" y="39593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web server for hosting the application during development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17720" y="29260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17720" y="2926080"/>
            <a:ext cx="2011680" cy="64008"/>
          </a:xfrm>
          <a:prstGeom prst="rect">
            <a:avLst/>
          </a:prstGeom>
          <a:solidFill>
            <a:srgbClr val="181717"/>
          </a:solidFill>
          <a:ln w="12700">
            <a:solidFill>
              <a:srgbClr val="1817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90872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690872" y="336499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690872" y="3730752"/>
            <a:ext cx="640080" cy="201168"/>
          </a:xfrm>
          <a:prstGeom prst="rect">
            <a:avLst/>
          </a:prstGeom>
          <a:solidFill>
            <a:srgbClr val="181717">
              <a:alpha val="40000"/>
            </a:srgbClr>
          </a:solidFill>
          <a:ln w="12700">
            <a:solidFill>
              <a:srgbClr val="181717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90872" y="3730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90872" y="39593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versioning, collaboration, and backup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12280" y="2926080"/>
            <a:ext cx="201168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812280" y="2926080"/>
            <a:ext cx="2011680" cy="64008"/>
          </a:xfrm>
          <a:prstGeom prst="rect">
            <a:avLst/>
          </a:prstGeom>
          <a:solidFill>
            <a:srgbClr val="6C78AF"/>
          </a:solidFill>
          <a:ln w="12700">
            <a:solidFill>
              <a:srgbClr val="6C78A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85432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78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885432" y="3364992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885432" y="3730752"/>
            <a:ext cx="640080" cy="201168"/>
          </a:xfrm>
          <a:prstGeom prst="rect">
            <a:avLst/>
          </a:prstGeom>
          <a:solidFill>
            <a:srgbClr val="6C78AF">
              <a:alpha val="40000"/>
            </a:srgbClr>
          </a:solidFill>
          <a:ln w="12700">
            <a:solidFill>
              <a:srgbClr val="6C78AF">
                <a:alpha val="4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85432" y="37307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Management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885432" y="3959352"/>
            <a:ext cx="1865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interface for database administration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23444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234440"/>
            <a:ext cx="2743200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344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students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" y="169164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student_id (PK)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1865376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name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2039112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class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212848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386584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contact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256032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parent_info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23444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54680" y="1234440"/>
            <a:ext cx="2743200" cy="4023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2344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teachers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46120" y="169164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teacher_id (PK)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46120" y="1865376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2039112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subject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212848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qualification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386584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designation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123444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1234440"/>
            <a:ext cx="2743200" cy="40233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23444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attendance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172200" y="169164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att_id (PK)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1865376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student_id (FK)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2039112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212848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292608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2926080"/>
            <a:ext cx="2743200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marks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20040" y="338328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marks_id (PK)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3557016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student_id (FK)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3730752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subject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0040" y="3904488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exam_type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4078224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score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154680" y="292608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54680" y="2926080"/>
            <a:ext cx="2743200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fees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3246120" y="338328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fee_id (PK)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46120" y="3557016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student_id (FK)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46120" y="3730752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amount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46120" y="3904488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46120" y="4078224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status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80760" y="2926080"/>
            <a:ext cx="27432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080760" y="2926080"/>
            <a:ext cx="274320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users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6172200" y="3383280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user_id (PK)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172200" y="3557016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username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172200" y="3730752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password_hash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172200" y="3904488"/>
            <a:ext cx="256032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&amp; DEVELOPMENT SETUP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34440"/>
            <a:ext cx="4572000" cy="342900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34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Directory 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SchoolManagementSystem/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index.php                    # Landing / Login Page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0299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config/db.php                # Database connection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23113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admin/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43230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dashboard.php            # Admin dashboard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263347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manage_students.php      # Student management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manage_fees.php          # Fee management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03580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teacher/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23697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attendance.php           # Attendance marking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marks_entry.php          # Result entry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6393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student/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384048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view_results.php         # Results view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04164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view_fees.php            # Fee status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24281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assets/css/  js/  img/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4439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database/school_db.sql       # SQL dump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12344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Setup Steps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171907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719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22392" y="16733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XAMPP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22392" y="19476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apachefriends.org. Start Apache &amp; MySQL.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386584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3865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22392" y="23408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Repository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22392" y="26151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github.com/Pavanyevle/saintmonikainternationalschool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054096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054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22392" y="3008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Database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22392" y="32826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phpMyAdmin → Create school_db → Import school_db.sql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0" y="3721608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721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22392" y="36758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db.php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22392" y="39502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host, dbname, username, password in config/db.php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0" y="4389120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22392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App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22392" y="4617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http://localhost/saintmonikainternationalschool/index.php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182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Monika International School, Pune  |  School Management System  |  Pavan Yevle  |  2024–25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1536192" cy="621792"/>
          </a:xfrm>
          <a:prstGeom prst="rect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93392" y="1170432"/>
            <a:ext cx="1536192" cy="621792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17043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12464" y="1170432"/>
            <a:ext cx="1536192" cy="621792"/>
          </a:xfrm>
          <a:prstGeom prst="rect">
            <a:avLst/>
          </a:prstGeom>
          <a:solidFill>
            <a:srgbClr val="F97316">
              <a:alpha val="8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117043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1536" y="1170432"/>
            <a:ext cx="1536192" cy="621792"/>
          </a:xfrm>
          <a:prstGeom prst="rect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117043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0608" y="1170432"/>
            <a:ext cx="1536192" cy="621792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170432"/>
            <a:ext cx="1536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1892808"/>
            <a:ext cx="5486400" cy="34747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8928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189280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74520" y="189280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1892808"/>
            <a:ext cx="548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40280"/>
            <a:ext cx="5486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26771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226771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226771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admin credentials login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4340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478024"/>
            <a:ext cx="5486400" cy="23774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50545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25054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74520" y="25054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password attempt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43400" y="25054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715768"/>
            <a:ext cx="5486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74320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" y="27432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74520" y="27432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student with all fields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43400" y="27432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953512"/>
            <a:ext cx="5486400" cy="23774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98094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51560" y="29809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74520" y="29809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student by name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43400" y="298094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191256"/>
            <a:ext cx="5486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218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51560" y="32186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874520" y="32186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 for Class 10-A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343400" y="32186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3429000"/>
            <a:ext cx="5486400" cy="23774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4564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" y="34564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874520" y="345643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marks for Mathematics exam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43400" y="34564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666744"/>
            <a:ext cx="5486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3694176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1560" y="36941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874520" y="36941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fee payment for student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343400" y="3694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4320" y="3904488"/>
            <a:ext cx="5486400" cy="23774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93192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TC-008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51560" y="3931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874520" y="39319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admin page without login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343400" y="3931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142232"/>
            <a:ext cx="5486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169664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TC-009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51560" y="41696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874520" y="41696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attendance report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343400" y="416966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74320" y="4379976"/>
            <a:ext cx="5486400" cy="237744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440740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051560" y="44074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874520" y="44074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views own results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343400" y="44074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74320" y="4617720"/>
            <a:ext cx="5486400" cy="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035040" y="1892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6035040" y="2286000"/>
            <a:ext cx="28346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144768" y="23591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882128" y="2340864"/>
            <a:ext cx="8686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882128" y="2340864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1.5 sec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035040" y="2779776"/>
            <a:ext cx="28346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144768" y="28529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Query Response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882128" y="2834640"/>
            <a:ext cx="8686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882128" y="283464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 sec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035040" y="3273552"/>
            <a:ext cx="28346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6144768" y="33467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Submit Time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7882128" y="3328416"/>
            <a:ext cx="8686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82128" y="3328416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0.8 sec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035040" y="3767328"/>
            <a:ext cx="28346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6144768" y="38404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7882128" y="3822192"/>
            <a:ext cx="86868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82128" y="38221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6035040" y="4261104"/>
            <a:ext cx="28346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3" name="Text 91"/>
          <p:cNvSpPr/>
          <p:nvPr/>
        </p:nvSpPr>
        <p:spPr>
          <a:xfrm>
            <a:off x="6144768" y="4334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Compat.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7882128" y="4315968"/>
            <a:ext cx="868680" cy="2926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82128" y="43159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6035040" y="4791456"/>
            <a:ext cx="2834640" cy="0"/>
          </a:xfrm>
          <a:prstGeom prst="rect">
            <a:avLst/>
          </a:prstGeom>
          <a:noFill/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ENHANCEMENTS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694944"/>
            <a:ext cx="3657600" cy="45720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161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functional, secure, role-based web 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6550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5 modules implemented and tested successfully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939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/ 10 test cases PASSED — fully verified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with industry-standard full-stack technologies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971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Ready for deployment at Saint Monika International School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216152"/>
            <a:ext cx="41148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16152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128930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 / Flutter)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9560" y="1307592"/>
            <a:ext cx="74980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30759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746504"/>
            <a:ext cx="41148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746504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1819656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Examination System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1837944"/>
            <a:ext cx="74980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83794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276856"/>
            <a:ext cx="41148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276856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235000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Performance Analytics (Python/ML)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09560" y="2368296"/>
            <a:ext cx="7498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236829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07208"/>
            <a:ext cx="41148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80720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20640" y="28803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 / Azure)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909560" y="2898648"/>
            <a:ext cx="749808" cy="2560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289864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337560"/>
            <a:ext cx="411480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3337560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20640" y="3410712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Notification System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909560" y="3429000"/>
            <a:ext cx="749808" cy="2560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9560" y="342900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0" y="4645152"/>
            <a:ext cx="45720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46451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Pavan Yevle  |  Saint Monika International School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</dc:title>
  <dc:subject>PptxGenJS Presentation</dc:subject>
  <dc:creator>Pavan Yevle</dc:creator>
  <cp:lastModifiedBy>Pavan Yevle</cp:lastModifiedBy>
  <cp:revision>1</cp:revision>
  <dcterms:created xsi:type="dcterms:W3CDTF">2026-03-27T17:20:59Z</dcterms:created>
  <dcterms:modified xsi:type="dcterms:W3CDTF">2026-03-27T17:20:59Z</dcterms:modified>
</cp:coreProperties>
</file>